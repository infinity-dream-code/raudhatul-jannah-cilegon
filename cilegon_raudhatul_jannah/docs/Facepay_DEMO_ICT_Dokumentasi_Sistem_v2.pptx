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6B4A"/>
                </a:solidFill>
                <a:latin typeface="Calibri"/>
              </a:rPr>
              <a:t>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Facepay DEMO 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Dokumentasi Lengkap Sistem
Config Demo · Tutorial Penggunaan · Penjelasan Per Halaman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6F2EC"/>
                </a:solidFill>
                <a:latin typeface="Calibri"/>
              </a:rPr>
              <a:t>ICT  ·  Demo Face Recognition &amp; FacePay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Pengenalan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Apa itu Facepay DEMO ICT &amp; arsitektur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Nilai Config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Isi admin/api/config.php untuk lingkungan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Tutorial Penggunaan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Alur kerja Admin, Kantin, dan Portal Ortu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19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0623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Penjelasan Per Halaman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262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Fungsi setiap halaman &amp;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Referensi Teknis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94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API, autentikasi, tips operasional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Apa itu Facepay DEMO 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Platform face recognition terpadu untuk sekolah / lembaga pendidikan.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Menggabungkan 3 layanan utama: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FacePay Kantin — pembayaran belanja siswa dengan pemindaian wajah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Panel Admin — kelola data siswa, rekam wajah, pantau saldo, uji pengenalan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Portal Orang Tua — rekam / unggah foto referensi wajah anak secara mandiri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Teknologi: HTML5, CSS3, JavaScript, PHP Proxy API, MySQL, face-api.js, Merchant API VPS.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Arsitektur Akses (4 Jalur)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09728" cy="34747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Portal Utama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Pintu masuk publik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Pilih: Kantin / Admin / Ortu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109728" cy="34747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Kantin /kantin/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petugas (Merchant JWT)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Terminal FacePay +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109728" cy="34747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Admin /admin/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DB lokal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Data siswa, rekam, saldo, uji wajah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109728" cy="3474720"/>
          </a:xfrm>
          <a:prstGeom prst="rect">
            <a:avLst/>
          </a:prstGeom>
          <a:solidFill>
            <a:srgbClr val="13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Ortu /ortu/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NIS siswa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Rekam / unggah foto wajah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Peran &amp; Autentikasi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Guest — tanpa login, hanya portal utama (/).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Petugas Kantin — autentikasi Merchant API (LoginRequest) → sesi PHP DEMO_ICT_KANTIN.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Administrator — tabel admin_user (DB lokal) → sesi PHP MAF_ADMIN.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  Akun default pertama kali: admin / admin123 (wajib diganti).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Orang Tua — verifikasi NIS via ortu-siswa.php → sessionStorage ortu_siswa_session.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Nilai Config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File: admin/api/config.php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Nilai Config Demo (admin/api/config.php)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db.host = localhost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db.name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db.user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db.pass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db.auto_migrate = true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api_url = http://103.23.103.43/MobileMerchant/Malang_Alizzah_ForVPS/index.php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jwt_secret = 4ecfd4c24aee85b4b485f9d828aa1b7d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log_username_default = WS_TESTING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cors_origin = *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 login default: admin / admin123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Tutorial Penggunaan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Alur kerja Admin · Kantin · Orang 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Admin — Alur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Buka portal → Masuk Admin → login (admin / password).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Data siswa: sync dari Merchant (StudentRequest) atau input/impor manual.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Rekam data: pilih siswa → aktifkan kamera → simpan foto referensi.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Saldo siswa: pantau / refresh inquiry saldo ke VPS.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Uji wajah: pastikan pengenalan wajah bekerja sebelum dipakai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(Opsional) Setting Unit / Jenjang / Kelas untuk struktur sekolah.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— Kelola Data Siswa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Buka Admin → Data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Sinkron: tombol Sinkron menarik data dari Merchant API (StudentRequest).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Tambah / Edit / Hapus siswa lewat form modal.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Impor Excel (.xlsx/.xls) atau Ekspor untuk backup.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Filter berdasarkan unit / jenjang / kelas bila master data sudah diisi.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Pastikan NIS unik — dipakai login ortu &amp; inquiry saldo.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— Rekam Foto Wajah (Admin)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Buka Admin → Rekam data.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Pilih siswa dari daftar (atau cari NIS/nama).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Aktifkan kamera → posisikan wajah di frame → ambil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Bisa ganti kamera depan/belakang; atau unggah dari galeri.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Simpan — foto tersimpan di database sebagai referensi face recognition.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Status: siswa dengan foto siap dikenali di kantin &amp; uji wajah.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Kantin — FacePay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Portal → Masuk Kantin → login username/password petugas (Merchant).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Aktifkan kamera pada terminal FacePay.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Siswa menghadap kamera → sistem mengenali wajah → tampil nama &amp;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Sistem otomatis InquirySALDO (cek sisa saldo).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Kasir input nominal belanja → tekan Bayar (PaymentBELANJAKantin).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Transaksi sukses tercatat di Log Pembelian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Tips: tekan Muat ulang wajah jika data referensi baru saja diubah.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Portal Orang Tua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Dari portal utama → Buka portal ortu (atau /ortu/).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Masukkan NIS anak → sistem verifikasi ke database.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Dashboard menampilkan identitas &amp; status foto (sudah ada / belum).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Rekam wajah: aktifkan kamera, ikuti oval guide, ambil foto, simpan.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Alternatif: unggah foto dari galeri HP/laptop.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Setelah tersimpan, foto dipakai FacePay kantin &amp; uji wajah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Penjelasan Per 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Fungsi setiap URL / menu di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Portal &amp; Autentikasi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41148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index.html — Portal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Landing page brand Facepay DEMO ICT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3 pintu: Kantin, Admin, Ortu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Tanpa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109728" cy="41148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admin/login.html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Form login administrator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Auth: DB admin_user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Default: admin / admin123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Ganti password setelah masuk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109728" cy="41148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kantin/login.html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Form login petugas kantin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Auth: Merchant LoginRequest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Membuat sesi kantin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Beranda (admin/index.html)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Dashboard panel admin setelah login.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Tile pintas ke: Data siswa, Rekam data, Saldo siswa, Uji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Bottom navigation untuk berpindah modul dengan cepat.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Menampilkan brand Facepay DEMO ICT di top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Data Siswa (settings/data-siswa.html)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Tabel master siswa (NIS, nama, unit, jenjang, kelas, dll).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CRUD: tambah, edit, hapus.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Sinkron dari Merchant API (StudentRequest).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Impor / ekspor Excel.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Filter &amp; pagination untuk data besar.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admin/api/siswa-db.php, siswa-sync.php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Rekam Data (settings/rekam-data.html)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Pilih siswa → rekam foto wajah referensi via webcam.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Pratinjau foto yang sudah tersimpan; opsi hapus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Ganti kamera depan/belakang; unggah file sebagai alternatif.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Status foto per siswa (sudah / belum).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rekam-data.php, rekam-simpan.php, rekam-hapus-foto.php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Saldo Siswa (settings/saldo-siswa.html)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Daftar siswa dengan info saldo (inquiry ke VPS).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Refresh saldo per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Tautan ke cek saldo berbasis wajah (modules/cek-saldo.html).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saldo.php, saldo-inquiry.php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Setting Master (Unit / Jenjang / Kelas)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settings/unit.html — master unit sekolah (mis. Putra / Putri).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settings/jenjang.html — tingkat/jenjang (terhubung unit).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settings/kelas.html — kelas (terhubung jenjang).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Digunakan untuk filter &amp; pengelompokan data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Bisa diisi manual atau diselaraskan dari data SIE/Merchant.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Modul Uji &amp; FacePay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modules/face.html — Uji pengenalan wajah (deteksi + match referensi).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modules/cek-saldo.html — Cek saldo dengan scan wajah (inquiry).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modules/facepay.html — Modul facepay di sisi admin (uji alur bayar).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Berguna untuk training petugas &amp; validasi sebelum operasional kantin.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Kantin — Terminal FacePay (kantin/index.html)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Area kamera fullscreen + status deteksi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Tombol: Aktifkan kamera, Hentikan, Ganti kamera, Muat ulang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Modal konfirmasi siswa + input nominal + tombol Bayar.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Panel log transaksi / riwayat pembelian sesi berjalan.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 lokal: kantin/api/login.php, saldo-inquiry.php, payment.php, log-transaksi.php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Portal Ortu — 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ortu/index.html — Login dengan NIS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ortu/dashboard.html — Identitas siswa + status foto + form rekam.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Oval face guide membantu posisi wajah yang baik.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Opsi unggah dari galeri jika webcam tidak tersedia.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admin/api/ortu-siswa.php + endpoint rekam yang sama dengan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Referensi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API Merchant, proxy PHP, tips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Merchant API (VPS) —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LoginRequest — autentikasi petugas kantin → JWT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InquirySALDO — cek sisa saldo siswa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PaymentBELANJAKantin — potong saldo untuk belanja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LogTransaksiRequest — riwayat transaksi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StudentRequest — tarik / sync data siswa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Semua dipanggil lewat PHP proxy (bukan langsung dari browser ke VPS).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PHP Proxy API Lokal (cuplikan)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admin/api/auth-login.php / auth-logout.php / auth-me.php / auth-change-password.php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admin/api/siswa-db.php · siswa-sync.php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admin/api/rekam-data.php · rekam-simpan.php · rekam-hapus-foto.php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admin/api/saldo.php · saldo-inquiry.php · health.php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kantin/api/login.php · payment.php · saldo-inquiry.php · log-transaksi.php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admin/api/ortu-siswa.php — verifikasi NIS portal ortu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Tips Operasional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Kamera tidak muncul → pastikan HTTPS / izinkan permission browser.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Wajah tidak dikenali → pastikan foto referensi jelas, cahaya cukup, muat ulang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Koneksi DB gagal → cek config.php &amp; buat user MySQL dengan hak yang benar.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Login kantin gagal → cek api_url VPS &amp; kredensial merchant.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Saldo tidak update → cek InquirySALDO / jaringan ke VPS.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Ganti password admin segera setelah instalasi pertama.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Peta Folder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                 → portal utama (index.html)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           → panel admin (HTML + js + css)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/admin/api/       → PHP backend + config.php (PUSAT KONFIG)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/admin/settings/  → data siswa, rekam, saldo, unit, jenjang, kelas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/admin/modules/   → uji wajah, cek saldo, facepay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/kantin/          → login + terminal FacePay + api kantin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/ortu/            → portal orang tua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/docs/            → dokumentasi &amp; presentasi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Siap untuk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Isi config demo → sync siswa → rekam wajah → uji FacePay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File ini: docs/Facepay_DEMO_ICT_Dokumentasi_Sistem.pptx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Dokumen teks: docs/DOKUMENTASI-SISTEM.md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2EC"/>
                </a:solidFill>
                <a:latin typeface="Calibri"/>
              </a:rPr>
              <a:t>Facepay DEMO ICT  ·  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